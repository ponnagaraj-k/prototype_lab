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2F5FB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Study Planner &amp; Productivity Tracker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10698480" cy="3474720"/>
          </a:xfrm>
          <a:prstGeom prst="rect">
            <a:avLst/>
          </a:prstGeom>
          <a:solidFill>
            <a:srgbClr val="F2F4F8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Image Placeholder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F5FB3"/>
          </a:solidFill>
          <a:ln w="12700">
            <a:solidFill>
              <a:srgbClr val="2F5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Opportunity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Model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Highlights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Insights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F5FB3"/>
          </a:solidFill>
          <a:ln w="12700">
            <a:solidFill>
              <a:srgbClr val="2F5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sustain consistent study habits and track progress across subjects.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68580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is fragmented across tools or notebooks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feedback loops for streaks and weekly progress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guidance on subject priority or CGPA targets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drops without gamified rewards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0" y="1920240"/>
            <a:ext cx="3474720" cy="3474720"/>
          </a:xfrm>
          <a:prstGeom prst="rect">
            <a:avLst/>
          </a:prstGeom>
          <a:solidFill>
            <a:srgbClr val="F2F4F8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Visual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F5FB3"/>
          </a:solidFill>
          <a:ln w="12700">
            <a:solidFill>
              <a:srgbClr val="2F5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 unifies planning, execution, and insight into one streamlined platform.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68580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tasks based on CGPA goals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study sessions with timer and bonus rewards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 with weekly trends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 to prioritize effort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0" y="1920240"/>
            <a:ext cx="3474720" cy="3474720"/>
          </a:xfrm>
          <a:prstGeom prst="rect">
            <a:avLst/>
          </a:prstGeom>
          <a:solidFill>
            <a:srgbClr val="F2F4F8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Visual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F5FB3"/>
          </a:solidFill>
          <a:ln w="12700">
            <a:solidFill>
              <a:srgbClr val="2F5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planning wizard with subject priorities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generation for daily study schedule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session mode with pause/resume and bonus points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 for today, week, total, streak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chart with persistence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and personalized recommendations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for weekly, monthly, and all-time ranking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F5FB3"/>
          </a:solidFill>
          <a:ln w="12700">
            <a:solidFill>
              <a:srgbClr val="2F5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onboarding to sustained momentum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and set CGPA targets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setup wizard with subjects and credits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today?s tasks automatically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full-screen focus session to study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points, streaks, and celebration rewards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weekly stats and AI insights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on leaderboard and improve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0" y="1828800"/>
            <a:ext cx="3474720" cy="4206240"/>
          </a:xfrm>
          <a:prstGeom prst="rect">
            <a:avLst/>
          </a:prstGeom>
          <a:solidFill>
            <a:srgbClr val="F2F4F8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Visual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F5FB3"/>
          </a:solidFill>
          <a:ln w="12700">
            <a:solidFill>
              <a:srgbClr val="2F5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MERN-based architecture with secure authentication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18 + TypeScript + Vite + Tailwind + shadcn/ui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Node.js + Express with JWT authentication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MongoDB with user-isolated collections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3931920"/>
            <a:ext cx="10332720" cy="2468880"/>
          </a:xfrm>
          <a:prstGeom prst="rect">
            <a:avLst/>
          </a:prstGeom>
          <a:solidFill>
            <a:srgbClr val="F2F4F8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F5FB3"/>
          </a:solidFill>
          <a:ln w="12700">
            <a:solidFill>
              <a:srgbClr val="2F5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points, weeklyPoints, monthlyPoints, currentStreak, lastStudyDate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userId, subject, duration, priority, completed, pointsEarned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StudySession: userId, subject, date, duration, points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AcademicProfile: subjects, currentCGPA, targetCGPA, examDate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10332720" cy="2011680"/>
          </a:xfrm>
          <a:prstGeom prst="rect">
            <a:avLst/>
          </a:prstGeom>
          <a:solidFill>
            <a:srgbClr val="F2F4F8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Diagram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F5FB3"/>
          </a:solidFill>
          <a:ln w="12700">
            <a:solidFill>
              <a:srgbClr val="2F5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Highlights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/api/auth/signup, POST /api/auth/signin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/api/academic/profile, POST /api/academic/profile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/api/academic/tasks/generate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/api/academic/tasks/today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/api/academic/tasks/:id/complete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/api/academic/leaderboard?period=weekly|monthly|all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/api/academic/stats/weekly, GET /api/academic/stats/dashboard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/api/academic/insights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F5FB3"/>
          </a:solidFill>
          <a:ln w="12700">
            <a:solidFill>
              <a:srgbClr val="2F5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694944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system by priority: high 2x, medium 1.5x, low 1x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points for extra study time (every 3 minutes)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tracking based on consecutive study days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for weakest subject and required daily minutes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alerts when exams are near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F2F4F8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Visual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F5FB3"/>
          </a:solidFill>
          <a:ln w="12700">
            <a:solidFill>
              <a:srgbClr val="2F5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Fixes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isolation across tasks and sessions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now uses database points, not local storage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graph persists and shows zero days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logic validated on task completion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planner guards against divide-by-zero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enforced on all academic routes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F5FB3"/>
          </a:solidFill>
          <a:ln w="12700">
            <a:solidFill>
              <a:srgbClr val="2F5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study breakdowns and exportable reports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experience with offline support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and reminders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groups and peer challenges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and adaptive scheduling modes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846320"/>
            <a:ext cx="10332720" cy="1737360"/>
          </a:xfrm>
          <a:prstGeom prst="rect">
            <a:avLst/>
          </a:prstGeom>
          <a:solidFill>
            <a:srgbClr val="F2F4F8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Visual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2F5FB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0698480" cy="2743200"/>
          </a:xfrm>
          <a:prstGeom prst="rect">
            <a:avLst/>
          </a:prstGeom>
          <a:solidFill>
            <a:srgbClr val="F2F4F8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Image Placeholder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 Pro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StudyMate 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StudyMate Pro Presentation</dc:title>
  <dc:subject>Project Presentation</dc:subject>
  <dc:creator>StudyMate Pro</dc:creator>
  <cp:lastModifiedBy>StudyMate Pro</cp:lastModifiedBy>
  <cp:revision>1</cp:revision>
  <dcterms:created xsi:type="dcterms:W3CDTF">2026-03-30T10:22:09Z</dcterms:created>
  <dcterms:modified xsi:type="dcterms:W3CDTF">2026-03-30T10:22:09Z</dcterms:modified>
</cp:coreProperties>
</file>